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idya, Aloke" userId="S::alokeaws@amazon.com::0463aa17-3e89-44b5-984e-b3a6f8d6282f" providerId="AD" clId="Web-{5DD2A9EC-977D-0AD1-7D2E-13F8EFC472B8}"/>
    <pc:docChg chg="mod">
      <pc:chgData name="Baidya, Aloke" userId="S::alokeaws@amazon.com::0463aa17-3e89-44b5-984e-b3a6f8d6282f" providerId="AD" clId="Web-{5DD2A9EC-977D-0AD1-7D2E-13F8EFC472B8}" dt="2026-03-23T10:13:37.708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created xsi:type="dcterms:W3CDTF">2006-08-16T00:00:00Z</dcterms:created>
  <dcterms:modified xsi:type="dcterms:W3CDTF">2026-03-23T10:13:37Z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2026-03-23T10:13:37Z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3a765047-ea14-428e-b622-4016b904d70c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10, 3, 0, 2</vt:lpwstr>
  </property>
</Properties>
</file>